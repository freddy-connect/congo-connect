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955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abservetech</dc:creator>
  <cp:lastModifiedBy>abservetech</cp:lastModifiedBy>
  <cp:revision>1</cp:revision>
  <dcterms:created xsi:type="dcterms:W3CDTF">2016-05-06T09:04:39Z</dcterms:created>
  <dcterms:modified xsi:type="dcterms:W3CDTF">2016-05-06T09:05:02Z</dcterms:modified>
</cp:coreProperties>
</file>